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" d="100"/>
          <a:sy n="12" d="100"/>
        </p:scale>
        <p:origin x="2693" y="82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jpe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" y="10648"/>
            <a:ext cx="28774944" cy="43179343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Alunos; Alunos; Alunos; Alunos; Alunos; Alunos;</a:t>
            </a: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90522" y="4992304"/>
            <a:ext cx="13284851" cy="616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</a:t>
            </a:r>
            <a:r>
              <a:rPr lang="pt-BR" sz="2400" dirty="0">
                <a:highlight>
                  <a:srgbClr val="FFFF00"/>
                </a:highlight>
              </a:rPr>
              <a:t>Descreva sobre sua equipe, quem focou em qual parte do trabalho...</a:t>
            </a:r>
            <a:r>
              <a:rPr lang="pt-BR" sz="2400" dirty="0"/>
              <a:t>-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/>
              <a:t>Nome do Projeto</a:t>
            </a:r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202X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53154" y="4992305"/>
            <a:ext cx="13284851" cy="6729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</a:t>
            </a:r>
            <a:r>
              <a:rPr lang="pt-BR" sz="2400" dirty="0">
                <a:highlight>
                  <a:srgbClr val="FFFF00"/>
                </a:highlight>
              </a:rPr>
              <a:t>Descreva o problema que encontraram, tragam embasamento de pesquisas.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676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</a:t>
            </a:r>
            <a:r>
              <a:rPr lang="pt-BR" sz="2400" dirty="0">
                <a:highlight>
                  <a:srgbClr val="FFFF00"/>
                </a:highlight>
              </a:rPr>
              <a:t>Apresente sua solução.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2400" dirty="0"/>
              <a:t> 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2400" dirty="0"/>
              <a:t> 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endParaRPr lang="pt-BR" sz="2666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056747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&lt;1 Nome e 1 sobrenome de todos os professores do semestre&gt;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676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  </a:t>
            </a:r>
            <a:r>
              <a:rPr lang="pt-BR" sz="2400" dirty="0">
                <a:highlight>
                  <a:srgbClr val="FFFF00"/>
                </a:highlight>
              </a:rPr>
              <a:t>Apresente o futuro do projeto, o que necessitam, quanto custará....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2400" dirty="0"/>
              <a:t> 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2400" dirty="0"/>
              <a:t> 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ononon</a:t>
            </a:r>
            <a:r>
              <a:rPr lang="pt-BR" sz="2400" dirty="0"/>
              <a:t> </a:t>
            </a:r>
            <a:r>
              <a:rPr lang="pt-BR" sz="2400" dirty="0" err="1"/>
              <a:t>ononononononon</a:t>
            </a:r>
            <a:r>
              <a:rPr lang="pt-BR" sz="2400" dirty="0"/>
              <a:t> </a:t>
            </a:r>
            <a:r>
              <a:rPr lang="pt-BR" sz="2400" dirty="0" err="1"/>
              <a:t>ononononon</a:t>
            </a:r>
            <a:r>
              <a:rPr lang="pt-BR" sz="2400" dirty="0"/>
              <a:t> </a:t>
            </a:r>
            <a:r>
              <a:rPr lang="pt-BR" sz="2400" dirty="0" err="1"/>
              <a:t>onononononon</a:t>
            </a:r>
            <a:r>
              <a:rPr lang="pt-BR" sz="2400" dirty="0"/>
              <a:t> </a:t>
            </a:r>
            <a:r>
              <a:rPr lang="pt-BR" sz="2400" dirty="0" err="1"/>
              <a:t>ononononono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r>
              <a:rPr lang="pt-BR" sz="2400" dirty="0"/>
              <a:t> </a:t>
            </a:r>
            <a:r>
              <a:rPr lang="pt-BR" sz="2400" dirty="0" err="1"/>
              <a:t>nonononononon</a:t>
            </a:r>
            <a:r>
              <a:rPr lang="pt-BR" sz="3200" dirty="0"/>
              <a:t> </a:t>
            </a:r>
            <a:r>
              <a:rPr lang="pt-BR" sz="2400" dirty="0"/>
              <a:t>	  </a:t>
            </a:r>
            <a:r>
              <a:rPr lang="pt-BR" sz="2400" dirty="0" err="1"/>
              <a:t>nononon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o non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</a:t>
            </a:r>
            <a:r>
              <a:rPr lang="pt-BR" sz="2400" dirty="0"/>
              <a:t> </a:t>
            </a:r>
            <a:r>
              <a:rPr lang="pt-BR" sz="2400" dirty="0" err="1"/>
              <a:t>onononon</a:t>
            </a:r>
            <a:r>
              <a:rPr lang="pt-BR" sz="2400" dirty="0"/>
              <a:t> </a:t>
            </a:r>
            <a:r>
              <a:rPr lang="pt-BR" sz="2400" dirty="0" err="1"/>
              <a:t>nonononono</a:t>
            </a: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9431" y="10343748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1" name="Imagem 10" descr="Logotipo&#10;&#10;O conteúdo gerado por IA pode estar incorreto.">
            <a:extLst>
              <a:ext uri="{FF2B5EF4-FFF2-40B4-BE49-F238E27FC236}">
                <a16:creationId xmlns:a16="http://schemas.microsoft.com/office/drawing/2014/main" id="{C36539B3-03B4-9E15-C22B-94F5A2E54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5013" y="14849820"/>
            <a:ext cx="2651482" cy="1369821"/>
          </a:xfrm>
          <a:prstGeom prst="rect">
            <a:avLst/>
          </a:prstGeom>
        </p:spPr>
      </p:pic>
      <p:pic>
        <p:nvPicPr>
          <p:cNvPr id="12" name="Imagem 11" descr="Logotipo, Ícone&#10;&#10;O conteúdo gerado por IA pode estar incorreto.">
            <a:extLst>
              <a:ext uri="{FF2B5EF4-FFF2-40B4-BE49-F238E27FC236}">
                <a16:creationId xmlns:a16="http://schemas.microsoft.com/office/drawing/2014/main" id="{F265727C-35EA-9DFA-0973-7707DC71EAE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4212" y="12132055"/>
            <a:ext cx="2390002" cy="2390002"/>
          </a:xfrm>
          <a:prstGeom prst="rect">
            <a:avLst/>
          </a:prstGeom>
        </p:spPr>
      </p:pic>
      <p:pic>
        <p:nvPicPr>
          <p:cNvPr id="13" name="Imagem 12" descr="Ícone&#10;&#10;O conteúdo gerado por IA pode estar incorreto.">
            <a:extLst>
              <a:ext uri="{FF2B5EF4-FFF2-40B4-BE49-F238E27FC236}">
                <a16:creationId xmlns:a16="http://schemas.microsoft.com/office/drawing/2014/main" id="{004D8512-6DEA-0B0B-63E3-A7017472BD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907" y="12129459"/>
            <a:ext cx="1678276" cy="2369168"/>
          </a:xfrm>
          <a:prstGeom prst="rect">
            <a:avLst/>
          </a:prstGeom>
        </p:spPr>
      </p:pic>
      <p:pic>
        <p:nvPicPr>
          <p:cNvPr id="14" name="Imagem 13" descr="Ícone&#10;&#10;O conteúdo gerado por IA pode estar incorreto.">
            <a:extLst>
              <a:ext uri="{FF2B5EF4-FFF2-40B4-BE49-F238E27FC236}">
                <a16:creationId xmlns:a16="http://schemas.microsoft.com/office/drawing/2014/main" id="{BE7B6F3C-F476-EDA2-311E-8DA8C3BBBA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665" y="15013861"/>
            <a:ext cx="1969985" cy="1969985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4218" y="12612493"/>
            <a:ext cx="2252785" cy="1689588"/>
          </a:xfrm>
          <a:prstGeom prst="rect">
            <a:avLst/>
          </a:prstGeom>
        </p:spPr>
      </p:pic>
      <p:pic>
        <p:nvPicPr>
          <p:cNvPr id="17" name="Imagem 16" descr="Logotipo&#10;&#10;O conteúdo gerado por IA pode estar incorreto.">
            <a:extLst>
              <a:ext uri="{FF2B5EF4-FFF2-40B4-BE49-F238E27FC236}">
                <a16:creationId xmlns:a16="http://schemas.microsoft.com/office/drawing/2014/main" id="{BF4471B5-57EB-4844-928D-DCF9ED7AF6F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1617" y="15214435"/>
            <a:ext cx="1567253" cy="1567253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9692" y="14982549"/>
            <a:ext cx="2090947" cy="2090947"/>
          </a:xfrm>
          <a:prstGeom prst="rect">
            <a:avLst/>
          </a:prstGeom>
        </p:spPr>
      </p:pic>
      <p:pic>
        <p:nvPicPr>
          <p:cNvPr id="19" name="Imagem 18" descr="Ícone&#10;&#10;O conteúdo gerado por IA pode estar incorreto.">
            <a:extLst>
              <a:ext uri="{FF2B5EF4-FFF2-40B4-BE49-F238E27FC236}">
                <a16:creationId xmlns:a16="http://schemas.microsoft.com/office/drawing/2014/main" id="{1652BFF4-CD39-4D8B-CDB6-2EEBEA3ABE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6857" y="12573596"/>
            <a:ext cx="1957103" cy="1957103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F1356FB8-9ED6-A85E-476B-90F186519F5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48209" y="17121106"/>
            <a:ext cx="18636799" cy="7901193"/>
          </a:xfrm>
          <a:prstGeom prst="rect">
            <a:avLst/>
          </a:prstGeom>
        </p:spPr>
      </p:pic>
      <p:pic>
        <p:nvPicPr>
          <p:cNvPr id="49" name="Imagem 48" descr="Tela de celular com fundo preto&#10;&#10;O conteúdo gerado por IA pode estar incorreto.">
            <a:extLst>
              <a:ext uri="{FF2B5EF4-FFF2-40B4-BE49-F238E27FC236}">
                <a16:creationId xmlns:a16="http://schemas.microsoft.com/office/drawing/2014/main" id="{8E417FFA-3A80-0922-B813-237FD58D7D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82" y="11726349"/>
            <a:ext cx="4301427" cy="7047018"/>
          </a:xfrm>
          <a:prstGeom prst="rect">
            <a:avLst/>
          </a:prstGeom>
        </p:spPr>
      </p:pic>
      <p:pic>
        <p:nvPicPr>
          <p:cNvPr id="51" name="Imagem 50" descr="Tela de um aparelho celular&#10;&#10;O conteúdo gerado por IA pode estar incorreto.">
            <a:extLst>
              <a:ext uri="{FF2B5EF4-FFF2-40B4-BE49-F238E27FC236}">
                <a16:creationId xmlns:a16="http://schemas.microsoft.com/office/drawing/2014/main" id="{B738E67A-B274-5DF8-B9F3-9D3786D351B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788" y="11834448"/>
            <a:ext cx="3697396" cy="6699243"/>
          </a:xfrm>
          <a:prstGeom prst="rect">
            <a:avLst/>
          </a:prstGeom>
        </p:spPr>
      </p:pic>
      <p:pic>
        <p:nvPicPr>
          <p:cNvPr id="53" name="Imagem 5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8E652B56-3614-D555-14EB-CF7818249A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985" y="26210105"/>
            <a:ext cx="3809152" cy="7042646"/>
          </a:xfrm>
          <a:prstGeom prst="rect">
            <a:avLst/>
          </a:prstGeom>
        </p:spPr>
      </p:pic>
      <p:pic>
        <p:nvPicPr>
          <p:cNvPr id="55" name="Imagem 5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E959B3AA-39C3-5770-B50E-8051B104CAD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05" y="18847117"/>
            <a:ext cx="3603020" cy="7132510"/>
          </a:xfrm>
          <a:prstGeom prst="rect">
            <a:avLst/>
          </a:prstGeom>
        </p:spPr>
      </p:pic>
      <p:pic>
        <p:nvPicPr>
          <p:cNvPr id="57" name="Imagem 5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466FA70-F8D4-3A38-017F-54D92B813AC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510" y="26208324"/>
            <a:ext cx="3731699" cy="7157020"/>
          </a:xfrm>
          <a:prstGeom prst="rect">
            <a:avLst/>
          </a:prstGeom>
        </p:spPr>
      </p:pic>
      <p:pic>
        <p:nvPicPr>
          <p:cNvPr id="59" name="Imagem 58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9591974-087D-8CB2-9488-DC83918AB8E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291" y="18782618"/>
            <a:ext cx="3596893" cy="7101872"/>
          </a:xfrm>
          <a:prstGeom prst="rect">
            <a:avLst/>
          </a:prstGeom>
        </p:spPr>
      </p:pic>
      <p:pic>
        <p:nvPicPr>
          <p:cNvPr id="4099" name="Imagem 4098">
            <a:extLst>
              <a:ext uri="{FF2B5EF4-FFF2-40B4-BE49-F238E27FC236}">
                <a16:creationId xmlns:a16="http://schemas.microsoft.com/office/drawing/2014/main" id="{DC769455-D84B-7CDB-9BC7-563FFA1CD8B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73293" y="25524105"/>
            <a:ext cx="13981847" cy="748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Props1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1d2798d9-1030-4cc5-be7b-200f9e628651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ca2a57e-8138-4b57-956a-eb6e2c7049cc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558</TotalTime>
  <Words>558</Words>
  <Application>Microsoft Office PowerPoint</Application>
  <PresentationFormat>Personalizar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Calibri</vt:lpstr>
      <vt:lpstr>Design padrão</vt:lpstr>
      <vt:lpstr>Nome do Projeto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Victor Bruno Alexander Rosetti de Quiroz</cp:lastModifiedBy>
  <cp:revision>49</cp:revision>
  <dcterms:created xsi:type="dcterms:W3CDTF">2006-11-04T15:46:42Z</dcterms:created>
  <dcterms:modified xsi:type="dcterms:W3CDTF">2025-10-29T13:22:57Z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